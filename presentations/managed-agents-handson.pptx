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HANDS-ON  GUIDE  FOR  NON-TECHNICAL  BUILDERS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it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yourself.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731520" y="4892040"/>
            <a:ext cx="548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074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D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lessons. One terminal. Your own API key.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98480" y="6446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 02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·  BEFORE YOU START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don't need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be a developer.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7307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Copy &amp; paste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command can be copied straight into your terminal — no typing required.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3474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43400" y="37307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what happens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43400" y="45262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see the agent thinking and working in real time, line by line.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3474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55280" y="37307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3931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instinct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55280" y="45262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Lesson 10 you'll know which piece to reach for, and why.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HANDS-ON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42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WHAT YOU NEED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things,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Anthropic account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5262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at console.anthropic.com. Free to create.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43400" y="3429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34340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API key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43400" y="45262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one in the console. Treat it like a password.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43400" y="5760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955280" y="34290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III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95528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terminal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55280" y="45262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on your Mac, Windows, or Linux machine.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5760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THERE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HANDS-ON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42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ONE-TIME SETUP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your terminal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key.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TERMINAL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36499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547872"/>
            <a:ext cx="10698480" cy="5486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4787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ANTHROPIC_API_KEY="sk-ant-your-key-here"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your key for this terminal session. You only do this once, when you open a new window.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70916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VERIFY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496519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5148072"/>
            <a:ext cx="10698480" cy="54864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14807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$ANTHROPIC_API_KEY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key back so you can confirm it's saved. You should see sk-ant-…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HANDS-ON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42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TWO HELPERS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 jq.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4564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6393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Sends requests over the internet.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79392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installed on every Mac and Linux machine. Windows users: install via winget install curl, or use Git Bash.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32004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34564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36393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Reads the replies nicely.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217920" y="4279392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bits you need from the response. Mac: brew install jq. Linux: apt install jq. Windows: winget install jq.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55778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BOTH ARE READY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--version    jq --version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HANDS-ON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42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lesson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follows the same rhythm.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you're about to do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framing before any code.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4340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43400" y="3840480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commands to run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43400" y="4572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Copy, paste, watch it run.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3566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55280" y="3840480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success looks like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55280" y="4572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when it worked.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HANDS-ON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42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217920" y="2286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Hello, agent.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17920" y="3383280"/>
            <a:ext cx="45720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3566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round trip. Create a worker, give it a room, open a meeting, say hi — and watch it reply.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00  ·  HELLO, AGENT.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42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00  ·  DO IT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this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your terminal.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COMMANDS, ONE AFTER THE OTHER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46120"/>
            <a:ext cx="6400800" cy="2926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Hire the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AGENT_ID=$(curl -sS https://api.anthropic.com/v1/agents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"x-api-key: $ANTHROPIC_API_KEY"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"anthropic-beta: managed-agents-2026-04-01"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'{"name":"hello","model":"claude-opus-4-6",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"tools":[{"type":"agent_toolset_20260401"}],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"system":"You are concise."}' | jq -r 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Rent the room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ENV_ID=$(curl -sS https://api.anthropic.com/v1/environments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-H "x-api-key: $ANTHROPIC_API_KEY" ... | jq -r 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Start the meeting + 4. Send "hello" + 5. Watch the reply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32461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steps: you're creating the agent, creating the environment, starting the session, sending one message, and watching the reply stream back live.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5212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546811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5623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commands are in the lesson file — this is a summary.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00  ·  HELLO WORLD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42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00  ·  DID IT WORK?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like this.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2999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see event: agent.message scroll past in your terminal.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39136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Somewhere in it, the word ack appears in the reply.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48280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ends with session.status_idle — meaning the agent is done.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7150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59710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61081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system prompt from 'You are concise' to something playful, and run it again.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00  ·  HELLO WORLD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42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217920" y="2286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playground.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17920" y="3383280"/>
            <a:ext cx="45720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3566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question. Three different personalities. See how the agent's voice changes when you change its instructions.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·  PROMPT PLAYGROUND.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42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·  DO IT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this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your terminal.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AGENTS, ONE QUESTION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46120"/>
            <a:ext cx="6400800" cy="2926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USER_TEXT='Explain why loading third-party scripts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before consent could be risky'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A — a cybersecurity analyst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"You are a cybersecurity analyst.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Be concise and structured."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B — bullet points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"Always respond in bullet points.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Max 5 bullets. No fluff."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C — returns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"Return JSON with fields: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summary, risks, recommendations"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32461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 three agents with different personalities, then ask all three the same question. The answers will look very different — that's the lesson.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5212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546811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5623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each agent's commands in sequence. Wait for each to finish before starting the next.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·  PROMPT PLAYGROUND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42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·  DID IT WORK?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like this.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2999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A answers like a formal security briefing.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39136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 answers in exactly five bullet points.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48280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C answers with a JSON object — not paragraphs.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7150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59710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61081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up your own fourth system prompt. The point is that prompts are the dial.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  ·  PROMPT PLAYGROUND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42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217920" y="2286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worker that does.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17920" y="3383280"/>
            <a:ext cx="45720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3566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moment the agent stops being a chatbot. It writes a file, runs code, checks the output.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·  A WORKER THAT DOES.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42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·  DO IT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this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your terminal.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BUILD SOMETHING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46120"/>
            <a:ext cx="6400800" cy="2926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USER_TEXT='Create a Node.js script that fetches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 webpage and extracts all links,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save to links.json'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Send the 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-sS .../sessions/$SESSION_ID/events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'{"events":[{"type":"user.message",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"content":[{"type":"text",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"text":"'$USER_TEXT'"}]}]}'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Watch everything happen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-sS -N .../sessions/$SESSION_ID/events/stream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32461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 the agent to build a small program. It writes the file, runs it, and shows you the result — all in the stream.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5212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546811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5623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takes a few minutes. Watch the stream — you'll see it thinking, writing, running.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·  TOOL-USING AGENT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42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·  DID IT WORK?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like this.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2999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see agent.tool_use events in the stream — not just text.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39136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see agent.tool_result events — the output of each tool.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48280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end, the agent reports back that it worked.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7150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59710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61081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URL or the output format. The agent adapts to each request.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  ·  TOOL-USING AGENT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42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217920" y="2286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meeting, three turns.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17920" y="3383280"/>
            <a:ext cx="45720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3566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remembers. You ask for research, then a memo, then a social post — each building on the last.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  ·  ONE MEETING, THREE TURNS.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42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  ·  DO IT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this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your terminal.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PROMPTS, SAME SESSION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46120"/>
            <a:ext cx="6400800" cy="2926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Turn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"Research USDC adoption trends"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(wait for session.status_idle)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Turn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"Now summarize into a 1-page executive memo"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(wait for session.status_idle)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Turn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"Convert into LinkedIn post + tweet thread"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three use the SAME $SESSION_ID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32461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three requests into the same session. The agent doesn't start over each time — it uses what it already learned.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5212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546811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5623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each turn to finish (session.status_idle) before sending the next one.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  ·  MULTI-STEP SESSION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/  42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  ·  DID IT WORK?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like this.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2999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2 references points from Turn 1 — without you repeating them.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39136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3 reads like a continuation of Turn 2, not a new start.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48280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three turns live inside one session ID.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7150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59710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61081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fourth turn: ask it to pivot to a totally different topic. Watch how it still remembers.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  ·  MULTI-STEP SESSION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/  42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217920" y="2286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Hire once. Use forever.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17920" y="3383280"/>
            <a:ext cx="45720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3566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agent properly. Then run it across three different jobs — one agent, three sessions.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·  HIRE ONCE. USE FOREVER.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/  42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·  DO IT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this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your terminal.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AGENT, THREE SESSIONS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46120"/>
            <a:ext cx="6400800" cy="2926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 — create ONE college-research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AGENT_ID=$(curl ... -d '{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"name":"college-research-assistant",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"system":"You are an education researcher.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Help students find colleges, scholarships,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and funding. Cite sources."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 | jq -r 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 — Session A: affordable colleges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 — Session B: scholarships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 — Session C: compare schools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Every session uses the same $AGENT_ID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32461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create the agent ONCE, then spin up three independent sessions. Same agent, different tasks. This is how agents scale.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5212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546811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5623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is independent. They don't share context — but they share the same personality.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·  REUSABLE AGENT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/  42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·  DID IT WORK?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like this.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2999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have one agent ID and three session IDs.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39136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session answers a different question with the same tone.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48280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could start a fourth session tomorrow without redefining anything.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7150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59710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61081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$AGENT_ID in a note. You can reuse it weeks later from a brand new terminal.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  ·  REUSABLE AGENT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/  42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217920" y="2286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Steer in real time.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17920" y="3383280"/>
            <a:ext cx="45720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3566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Mid-session, you change your mind. The agent updates its plan without losing everything it already did.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·  STEER IN REAL TIME.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/  42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·  DO IT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this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your terminal.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TURNS IN ONE SESSION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46120"/>
            <a:ext cx="6400800" cy="2926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Turn 1 — initial plan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"I'm a senior applying to Stanford, MIT,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UC Berkeley. Draft a timeline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now through May."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Turn 2 — new constraint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"Actually, I only have 2 weeks in December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for exam prep. Update the timeline."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Turn 3 — change the 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"Convert this into a markdown checklist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with dates and checkboxes."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Turn 4 — read the whole journal 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/v1/sessions/$SESSION_ID/events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32461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a plan, change a key constraint, ask for a different format, then pull up the full journal of everything that happened.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5212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546811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5623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4 is a GET request — it just reads the session's history. No new work is done.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·  LIVE SESSION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/  42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·  DID IT WORK?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like this.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2999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2's plan keeps December protected — without you re-pasting Turn 1.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39136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3 produces a markdown checklist that respects both constraints.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48280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journal from Turn 4 shows three user messages in order.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7150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59710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61081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Turn 5: ask the agent to score its own plan. It uses all the prior context.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  ·  LIVE SESSION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/  42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217920" y="2286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documents, read.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17920" y="3383280"/>
            <a:ext cx="45720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3566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transcript, an essay, a spreadsheet. The agent reads all three together and gives you one answer.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·  YOUR DOCUMENTS, READ.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/  42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·  DO IT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this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your terminal.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UPLOAD, ATTACH, ASK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46120"/>
            <a:ext cx="6400800" cy="2926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 — upload each file, get an ID 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TRANSCRIPT_ID=$(curl ... -F "file=@transcript.pdf" | jq -r 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ESSAY_ID=$(curl ... -F "file=@essay.txt" | jq -r 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SCHOLARSHIPS_ID=$(curl ... -F "file=@scholarships.csv;type=text/plain" | jq -r 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 — send ONE message with all three 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"events":[{"type":"user.message",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"content":[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{"type":"text", "text":"Review my profile..."},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{"type":"document","source":{"type":"file","file_id":"..."}},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]}]}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32461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upload three real files. The agent reads all of them together and produces a single, combined analysis.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5212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546811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5623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 need ;type=text/plain on upload — the comma between file and type matters.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·  REAL FILES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/  42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·  DID IT WORK?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like this.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2999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file returns an ID you save.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39136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agent's answer mentions specifics from each file — GPA, essay themes, scholarship names.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48280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final output is a single synthesis, not three separate answers.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7150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59710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61081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agent's output against a simple rubric: did it cover every file? Every criterion?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06  ·  REAL FILES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/  42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217920" y="2286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first, act second.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17920" y="3383280"/>
            <a:ext cx="45720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3566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agent it must ask before doing certain things. Approve or deny in real time — like granting admin access.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·  ASK FIRST, ACT SECOND.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/  42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·  DO IT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this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your terminal.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AGENT IN RULES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46120"/>
            <a:ext cx="6400800" cy="2926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agent with policies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"tools":[{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"type":"agent_toolset_20260401",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"default_config":{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"permission_policy":{"type":"always_ask"}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"configs":[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{"name":"bash", "enabled":false}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Environment with locked-down network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"networking":{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"type":"limited",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"allowed_hosts":["api.github.com",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"en.wikipedia.org"]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32461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 the rules up front: every tool asks before running, and only approved websites are reachable. The agent has to play by your rules.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5212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546811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5623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session pauses, send a user.tool_confirmation with 'allow' or 'deny' to resume it.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·  PERMISSION POLICIES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 /  42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·  DID IT WORK?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like this.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2999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session stops at stop_reason: requires_action instead of finishing.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39136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send an approval event — and the session resumes from that exact spot.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48280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Denied calls come back to the agent, and it adapts its plan.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7150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59710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61081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simple web form that shows pending approvals and posts your decision back.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  ·  PERMISSION POLICIES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/  42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217920" y="2286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checklist for done.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17920" y="3383280"/>
            <a:ext cx="45720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3566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agent, in writing, what success looks like. It reports back on each criterion — met, partial, or not met.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·  A CHECKLIST FOR DONE.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 /  42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·  DO IT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this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your terminal.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RUBRIC IN YOUR FIRST MESSAGE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46120"/>
            <a:ext cx="6400800" cy="2926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"type":"user.message",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"content":[{"type":"text","text":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"OUTCOME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Scholarship plan for CS-bound senior, 3.75 GPA.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top_three: at least 3 scholarships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deadlines: specific dates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requirements: eligibility + essay topics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ranking: ordered with clear rationale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next_actions: 5-item checklist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plan.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with a CHECKLIST block: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&lt;id&gt;: met | partial | not_met — &lt;reason&gt;"}]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32461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bake the rubric right into your message. The agent builds the plan AND tells you, line by line, which criteria it met.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5212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546811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5623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first reply, send a second message to tighten the rubric. The agent re-scores itself.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·  DEFINE OUTCOMES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 /  42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·  DID IT WORK?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like this.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2999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agent's reply includes a CHECKLIST block at the bottom.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39136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criterion is marked met, partial, or not_met.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48280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 follow-up, the agent closes the partial gaps and re-reports.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7150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59710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61081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favorite rubrics. A library of outcome templates is a real asset.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08  ·  DEFINE OUTCOMES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 /  42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217920" y="2286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team, not a hero.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17920" y="3383280"/>
            <a:ext cx="45720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3566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specialists run in parallel. A researcher digs up facts. An editor polishes a draft. A synthesizer combines them.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·  A TEAM, NOT A HERO.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 /  42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·  DO IT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this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your terminal.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AGENTS, THREE SESSIONS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46120"/>
            <a:ext cx="6400800" cy="2926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three specialists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RESEARCHER_ID=...   # "Return concise, cited briefs."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EDITOR_ID=...       # "Return line edits + revised draft."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SYNTHESIZER_ID=...  # "Combine inputs into one answer."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Fan out in parallel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.../$RESEARCH_SESSION/events/stream 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.../$EDIT_SESSION/events/stream 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Pull each final message, feed both to synthesizer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RESEARCH_OUT=$(curl ... | jq .. last)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EDIT_OUT=$(curl ... | jq .. last)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Synthesizer session with both as input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32461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launch two sessions at the same time. When both finish, you pass their answers into a third session that merges them.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5212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546811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5623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&amp; character runs the two streams in parallel. wait pauses until both are done.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·  MULTI-AGENT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 /  42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·  DID IT WORK?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like this.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2999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see the two specialist sessions running at the same time.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39136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produces its own focused output.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48280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synthesizer returns one coherent final answer — not two pasted together.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7150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59710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61081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fact-checker as a fourth specialist. The pattern scales to any number of roles.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09  ·  MULTI-AGENT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 /  42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0" dirty="0"/>
          </a:p>
        </p:txBody>
      </p:sp>
      <p:sp>
        <p:nvSpPr>
          <p:cNvPr id="4" name="Text 2"/>
          <p:cNvSpPr/>
          <p:nvPr/>
        </p:nvSpPr>
        <p:spPr>
          <a:xfrm>
            <a:off x="6217920" y="2286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Credentials, safely.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17920" y="3383280"/>
            <a:ext cx="45720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0" y="3566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 GitHub token in a vault. The agent uses it to open a real pull request — without the secret ever touching your prompt.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·  CREDENTIALS, SAFELY.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 /  42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·  DO IT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Paste this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your terminal.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BY REFERENCE, NOT BY VALUE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246120"/>
            <a:ext cx="6400800" cy="29260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6217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Create a vault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VAULT_ID=$(curl .../vaults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'{"display_name":"agent-secrets"}' | jq -r .id)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Store your GitHub token IN the vault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.../vaults/$VAULT_ID/credentials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 '{"display_name":"github_pat",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"auth":{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"type":"static_bearer",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"token":"ghp_...",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"mcp_server_url":"https://api.github.com/"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}}'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The agent references the vault — never the raw token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0" y="2834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0" y="309067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0" y="32461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secret lives in the vault. The agent gets a pointer, not the password. Rotate the token in the vault — every future session picks it up.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98080" y="5212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498080" y="546811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0" y="56235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token is never in your prompts, scripts, or logs.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·  VAULTS &amp; GITHUB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 /  42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·  DID IT WORK?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looks like this.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29992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create a vault and add a credential to it.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80160" y="39136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credential's actual value never appears in any API response.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80160" y="482803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update the credential and every new session sees the new value — no config changes.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7150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NEXT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597103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6108192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same pattern for a database password, a Slack token, or any third-party key.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10  ·  VAULTS &amp; GITHUB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 /  42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WHEN SOMETHING BREAKS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stumbles.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31520" y="3383280"/>
            <a:ext cx="27432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74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authentication_error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0" y="34747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API key isn't set. Run the export command again.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931920"/>
            <a:ext cx="27432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 header missing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4023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needs anthropic-beta: managed-agents-2026-04-01.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480560"/>
            <a:ext cx="27432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curl: (18) Transferred partial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60720" y="45720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Harmless. If you saw session.status_idle, the turn worked.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5029200"/>
            <a:ext cx="27432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120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hangs forever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0" y="5120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--max-time 600 to curl. The stream times out at 10 minutes.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5577840"/>
            <a:ext cx="27432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669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looks empty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5669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JSON quoting — missing quotes send no text.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HANDS-ON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 /  42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REFERENCE CARD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731520" y="758952"/>
            <a:ext cx="36576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endpoints that matter.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27432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37360" y="33649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/v1/agents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0" y="3383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reusable agent.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27432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8404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3822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/v1/environments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reusable workspace.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27432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97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4279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/v1/sessions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4944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new session.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663440"/>
            <a:ext cx="27432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754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47365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/v1/sessions/{id}/events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4754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message to the agent.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5120640"/>
            <a:ext cx="274320" cy="18288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212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51937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/v1/sessions/{id}/events/stream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4944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reply live.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852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request needs the beta header:  anthropic-beta: managed-agents-2026-04-01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AGENTS  ·  HANDS-ON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55680" y="644652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0" kern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 /  42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 DONE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lessons.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i="1" dirty="0">
                <a:solidFill>
                  <a:srgbClr val="D4D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terminal.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347472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new instinct.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731520" y="4937760"/>
            <a:ext cx="54864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D4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pick a real problem of your own and build something.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0" y="6446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0" kern="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 ·  VOL.  02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Managed Agents — Hands-On</dc:title>
  <dc:subject>PptxGenJS Presentation</dc:subject>
  <dc:creator>PptxGenJS</dc:creator>
  <cp:lastModifiedBy>PptxGenJS</cp:lastModifiedBy>
  <cp:revision>1</cp:revision>
  <dcterms:created xsi:type="dcterms:W3CDTF">2026-04-18T19:14:36Z</dcterms:created>
  <dcterms:modified xsi:type="dcterms:W3CDTF">2026-04-18T19:14:36Z</dcterms:modified>
</cp:coreProperties>
</file>