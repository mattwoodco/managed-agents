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FIELD  GUIDE  FOR  NON-TECHNICAL  READERS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Managed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640080" y="297180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Agents.</a:t>
            </a:r>
            <a:endParaRPr lang="en-US" sz="11000" dirty="0"/>
          </a:p>
        </p:txBody>
      </p:sp>
      <p:sp>
        <p:nvSpPr>
          <p:cNvPr id="5" name="Shape 3"/>
          <p:cNvSpPr/>
          <p:nvPr/>
        </p:nvSpPr>
        <p:spPr>
          <a:xfrm>
            <a:off x="731520" y="4709160"/>
            <a:ext cx="54864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892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4D4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concepts, in plain English.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98480" y="6446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 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PREMISE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1520" y="75895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assistant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actually does the work.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chatbot answers. An agent answers — and then opens the files, runs the check, writes the draft, and comes back with the result.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means Anthropic runs the machine for you. You describe what you want. It plans, acts, checks its work, and reports back.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AGENTS  ·  CONCEPTS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20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WHY IT MATTERS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1520" y="75895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shift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talking to doing.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3566160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794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ask a question.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41788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get a paragraph back.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456285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still do the work.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89120" y="32918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89120" y="3566160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0" y="3794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ask a question.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389120" y="41788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 does the work.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89120" y="456285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approve the result.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046720" y="32918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046720" y="3566160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0" y="3794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set the goal.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046720" y="41788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team of agents runs.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046720" y="456285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review. Repeat.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AGENTS  ·  CONCEPTS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20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ONE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1945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pieces.</a:t>
            </a:r>
            <a:endParaRPr lang="en-US" sz="9600" dirty="0"/>
          </a:p>
        </p:txBody>
      </p:sp>
      <p:sp>
        <p:nvSpPr>
          <p:cNvPr id="5" name="Shape 3"/>
          <p:cNvSpPr/>
          <p:nvPr/>
        </p:nvSpPr>
        <p:spPr>
          <a:xfrm>
            <a:off x="731520" y="4937760"/>
            <a:ext cx="54864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5120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4D4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else is built on these.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20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AT A GLANCE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1520" y="75895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vocabulary.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4096512"/>
            <a:ext cx="32004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297680"/>
            <a:ext cx="2606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trained helper with a job description. Hired once, used many times.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29000" y="27432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429000" y="3291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Environment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29000" y="384048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WORKSPACE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29000" y="4096512"/>
            <a:ext cx="32004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4297680"/>
            <a:ext cx="2606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room the worker operates in. Decides what's on the desk and what's behind locked doors.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27432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126480" y="3291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126480" y="384048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MEETING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126480" y="4096512"/>
            <a:ext cx="32004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4297680"/>
            <a:ext cx="2606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live conversation. Starts when you ask. Ends when the task is done.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823960" y="27432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823960" y="3291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823960" y="384048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NOTES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8823960" y="4096512"/>
            <a:ext cx="32004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4" name="Text 22"/>
          <p:cNvSpPr/>
          <p:nvPr/>
        </p:nvSpPr>
        <p:spPr>
          <a:xfrm>
            <a:off x="8823960" y="4297680"/>
            <a:ext cx="2606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running journal of everything that happened, step by step.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AGENTS  ·  CONCEPTS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20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THE AGENT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1520" y="75895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i="1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a hired worker.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6217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describe the role once — what it knows, how it speaks, what tools it can use. Then you can use the same agent for thousands of jobs.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0" y="2011680"/>
            <a:ext cx="4114800" cy="38404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9" name="Text 7"/>
          <p:cNvSpPr/>
          <p:nvPr/>
        </p:nvSpPr>
        <p:spPr>
          <a:xfrm>
            <a:off x="7635240" y="22860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35240" y="2651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job description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635240" y="3017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can clone.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635240" y="3703320"/>
            <a:ext cx="457200" cy="18288"/>
          </a:xfrm>
          <a:prstGeom prst="rect">
            <a:avLst/>
          </a:prstGeom>
          <a:solidFill>
            <a:srgbClr val="8A8A8A"/>
          </a:solidFill>
          <a:ln/>
        </p:spPr>
      </p:sp>
      <p:sp>
        <p:nvSpPr>
          <p:cNvPr id="13" name="Text 11"/>
          <p:cNvSpPr/>
          <p:nvPr/>
        </p:nvSpPr>
        <p:spPr>
          <a:xfrm>
            <a:off x="7635240" y="3977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635240" y="4343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635240" y="4709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it can use.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635240" y="5074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of voice.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AGENTS  ·  CONCEPTS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20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THE ENVIRONMENT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1520" y="75895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i="1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Environment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the room it works in.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ON THE DESK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437083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526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Allowed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5074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you uploaded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5394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websites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5715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tools you trusted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41148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BEHIND LOCKED DOORS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0" y="437083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4526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Restricted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17920" y="5074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 internet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5394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other accounts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5715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you didn't permit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AGENTS  ·  CONCEPTS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20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THE SESSION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1520" y="75895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i="1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Session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a live meeting.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41605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4434840"/>
            <a:ext cx="32004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6177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5166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open the meeting.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29000" y="41605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29000" y="4434840"/>
            <a:ext cx="32004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46177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29000" y="5166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state the first request.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41605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4434840"/>
            <a:ext cx="32004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46177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26480" y="5166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works and reports.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823960" y="41605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823960" y="4434840"/>
            <a:ext cx="32004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1" name="Text 19"/>
          <p:cNvSpPr/>
          <p:nvPr/>
        </p:nvSpPr>
        <p:spPr>
          <a:xfrm>
            <a:off x="8823960" y="46177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823960" y="5166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add, correct, or finish.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meeting remembers everything. The agent builds on what you said before.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AGENTS  ·  CONCEPTS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/  20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THE EVENTS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1520" y="75895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i="1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Events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 the meeting notes.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WRITTEN DOWN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446227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663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said.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50474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agent did.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543153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tools it used.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581558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answered.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217920" y="42062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0" y="446227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466344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recorded. You can replay the work, audit what happened, or hand the record to a colleague.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AGENTS  ·  CONCEPTS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/  20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HOW THEY FIT TOGETHER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1520" y="75895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whole picture.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plus Environment becomes a Session. The Session produces Events.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4937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7614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32186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worker you hire.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92240" y="2651760"/>
            <a:ext cx="4937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27614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Environment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720840" y="32186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room it works in.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0" y="274320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4400" dirty="0"/>
          </a:p>
        </p:txBody>
      </p:sp>
      <p:sp>
        <p:nvSpPr>
          <p:cNvPr id="13" name="Shape 11"/>
          <p:cNvSpPr/>
          <p:nvPr/>
        </p:nvSpPr>
        <p:spPr>
          <a:xfrm>
            <a:off x="3200400" y="3566160"/>
            <a:ext cx="0" cy="411480"/>
          </a:xfrm>
          <a:prstGeom prst="line">
            <a:avLst/>
          </a:prstGeom>
          <a:noFill/>
          <a:ln w="19050">
            <a:solidFill>
              <a:srgbClr val="0A0A0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0" y="3566160"/>
            <a:ext cx="0" cy="411480"/>
          </a:xfrm>
          <a:prstGeom prst="line">
            <a:avLst/>
          </a:prstGeom>
          <a:noFill/>
          <a:ln w="19050">
            <a:solidFill>
              <a:srgbClr val="0A0A0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08960" y="3977640"/>
            <a:ext cx="5943600" cy="128016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41605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429000" y="469087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live meeting with both.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80760" y="5257800"/>
            <a:ext cx="0" cy="365760"/>
          </a:xfrm>
          <a:prstGeom prst="line">
            <a:avLst/>
          </a:prstGeom>
          <a:noFill/>
          <a:ln w="19050">
            <a:solidFill>
              <a:srgbClr val="0A0A0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5623560"/>
            <a:ext cx="10698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62356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— the recorded trail of everything that happened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AGENTS  ·  CONCEPTS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  20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TWO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21945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actually does.</a:t>
            </a:r>
            <a:endParaRPr lang="en-US" sz="9600" dirty="0"/>
          </a:p>
        </p:txBody>
      </p:sp>
      <p:sp>
        <p:nvSpPr>
          <p:cNvPr id="5" name="Shape 3"/>
          <p:cNvSpPr/>
          <p:nvPr/>
        </p:nvSpPr>
        <p:spPr>
          <a:xfrm>
            <a:off x="731520" y="4937760"/>
            <a:ext cx="54864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4D4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things that were hard yesterday. Easy today.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/  20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CAPABILITY ONE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1520" y="75895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documents.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transcript, a contract, a spreadsheet. The agent reads them, cross-references them, and answers you in context.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doesn't just search. It understands what's inside, and it quotes the source.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AGENTS  ·  CONCEPTS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/  20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CAPABILITY TWO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1520" y="75895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Remembers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conversation.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change your mind.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add a constraint.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7548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ask for a new format.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builds on what you've already said — no need to start over.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AGENTS  ·  CONCEPTS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/  20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CAPABILITY THREE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1520" y="75895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tools.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look things up on the web.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open and edit files.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7548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run checks on its own work.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you decide, in advance, which tools it's allowed to touch.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AGENTS  ·  CONCEPTS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/  20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CAPABILITY FOUR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1520" y="75895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Grades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its own work.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checklist of what success looks like. The agent checks itself against the list — and tells you which boxes it ticked.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Finally, an assistant that knows when it's done.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AGENTS  ·  CONCEPTS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/  20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·  CAPABILITY FIVE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1520" y="75895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teams.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researcher.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editor.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7548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manager who assembles the final answer.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specialist stays focused on what it does best.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AGENTS  ·  CONCEPTS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/  20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·  TRUST &amp; CONTROL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1520" y="75895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Guardrails,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guesswork.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391363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1148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say yes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48006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actions pause and wait for a human to approve.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43400" y="36576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43400" y="391363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2" name="Text 10"/>
          <p:cNvSpPr/>
          <p:nvPr/>
        </p:nvSpPr>
        <p:spPr>
          <a:xfrm>
            <a:off x="4343400" y="41148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draw the line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343400" y="48006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which websites, files, or tools the agent can touch.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0" y="36576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955280" y="391363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0" y="41148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keep the tape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955280" y="48006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is written in the journal. Nothing is hidden.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AGENTS  ·  CONCEPTS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 /  20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·  WHEN TO USE THIS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1520" y="75895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Good fit.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217920" y="100584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Wrong tool.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31520" y="2148840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0" y="2148840"/>
            <a:ext cx="365760" cy="18288"/>
          </a:xfrm>
          <a:prstGeom prst="rect">
            <a:avLst/>
          </a:prstGeom>
          <a:solidFill>
            <a:srgbClr val="8A8A8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4688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 Reviewing multiple documents together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 Multi-step research that builds on itself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35661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 Repeating the same workflow for many inputs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41148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 Tasks where tracing the work matters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217920" y="24688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 A quick one-line question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217920" y="30175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 Real-time chat with instant replies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217920" y="35661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 Simple lookups you can Google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217920" y="41148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 Tasks that need live human judgment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AGENTS  ·  CONCEPTS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 /  20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·  VOCABULARY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1520" y="75895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Words you'll hear.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32004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saved job description.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2560320"/>
            <a:ext cx="32004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27432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Environment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429000" y="32918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workspace with its rules.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2560320"/>
            <a:ext cx="32004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27432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126480" y="32918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live meeting.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23960" y="2560320"/>
            <a:ext cx="32004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5" name="Text 13"/>
          <p:cNvSpPr/>
          <p:nvPr/>
        </p:nvSpPr>
        <p:spPr>
          <a:xfrm>
            <a:off x="8823960" y="27432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823960" y="32918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 in the meeting notes.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114800"/>
            <a:ext cx="32004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297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48463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ask the agent to do.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29000" y="4114800"/>
            <a:ext cx="32004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1" name="Text 19"/>
          <p:cNvSpPr/>
          <p:nvPr/>
        </p:nvSpPr>
        <p:spPr>
          <a:xfrm>
            <a:off x="3429000" y="4297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429000" y="48463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action the agent can take.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26480" y="4114800"/>
            <a:ext cx="32004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0" y="4297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Rubric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126480" y="48463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checklist of success.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823960" y="4114800"/>
            <a:ext cx="32004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7" name="Text 25"/>
          <p:cNvSpPr/>
          <p:nvPr/>
        </p:nvSpPr>
        <p:spPr>
          <a:xfrm>
            <a:off x="8823960" y="4297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823960" y="48463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 that asks before acting.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AGENTS  ·  CONCEPTS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 /  20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 CLOSING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describe</a:t>
            </a:r>
            <a:endParaRPr lang="en-US" sz="82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want.</a:t>
            </a:r>
            <a:endParaRPr lang="en-US" sz="8200" dirty="0"/>
          </a:p>
        </p:txBody>
      </p:sp>
      <p:sp>
        <p:nvSpPr>
          <p:cNvPr id="5" name="Shape 3"/>
          <p:cNvSpPr/>
          <p:nvPr/>
        </p:nvSpPr>
        <p:spPr>
          <a:xfrm>
            <a:off x="731520" y="4297680"/>
            <a:ext cx="54864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4805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D4D4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does the work.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5394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a hands-on guide to running it yourself.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0" y="6446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 ·  VOL.  01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Managed Agents — Concepts</dc:title>
  <dc:subject>PptxGenJS Presentation</dc:subject>
  <dc:creator>PptxGenJS</dc:creator>
  <cp:lastModifiedBy>PptxGenJS</cp:lastModifiedBy>
  <cp:revision>1</cp:revision>
  <dcterms:created xsi:type="dcterms:W3CDTF">2026-04-18T19:11:17Z</dcterms:created>
  <dcterms:modified xsi:type="dcterms:W3CDTF">2026-04-18T19:11:17Z</dcterms:modified>
</cp:coreProperties>
</file>